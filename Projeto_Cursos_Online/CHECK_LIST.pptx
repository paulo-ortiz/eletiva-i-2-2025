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8:35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1 474 24575,'2'-4'0,"0"0"0,0 1 0,0-1 0,1 1 0,0 0 0,0 0 0,0 0 0,0 0 0,0 0 0,0 1 0,1 0 0,0-1 0,5-2 0,6-5 0,5-3 0,0 0 0,1 2 0,0 0 0,1 2 0,45-14 0,28-13 0,68-25 0,-111 45 0,0-3 0,59-32 0,-38 11-455,2 4 0,112-39 0,-170 70-6371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8:42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1 414 24575,'11'-8'0,"0"0"0,1 1 0,1 0 0,-1 1 0,15-6 0,-10 5 0,104-37 0,8-3 0,-61 19 0,1 2 0,94-21 0,-61 11 0,-79 27 0,0 0 0,0 2 0,0 1 0,35-6 0,118-15 0,-152 23 0,0-2 0,33-11 0,16-4 0,-54 15-1365,-4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8:47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0 313 24575,'53'-19'0,"87"-19"0,-5 1 0,-58 23 0,148-33 0,77-45 0,-270 82 7,45-19-1,-33 11-1384,-24 10-5448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8:50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1 361 24575,'25'-2'0,"1"-1"0,-1-1 0,1-1 0,-1-2 0,33-12 0,-19 6 0,42-9 0,-34 14 0,17-4 0,92-28 0,-123 30 0,1 2 0,36-4 0,-39 7 0,-1 0 0,1-2 0,30-12 0,211-72 0,-206 71 24,-47 15-371,0-1 0,0 0-1,34-17 1,-41 14-6479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8:53.4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1 379 24575,'0'-4'0,"1"1"0,0-1 0,0 1 0,1-1 0,-1 1 0,1 0 0,-1 0 0,1 0 0,0 0 0,0 0 0,1 0 0,-1 0 0,0 1 0,1-1 0,3-2 0,44-32 0,-25 23 0,0 1 0,1 2 0,0 0 0,1 2 0,0 1 0,0 1 0,1 2 0,37-4 0,60-13 18,63-8-735,242-21 717,-229 29 0,-99 8 0,124 1 0,-134 14 0,136-16 0,-6-16 0,-178 26-783,-24 4-5926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23T01:29:05.4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78,'7'-4,"0"0,1 0,-1 1,1 0,0 0,0 1,0 0,0 1,0-1,0 1,12 1,25-6,20-8,0 3,1 3,93 1,50 5,145 5,-253 9,-59-6,58 1,-76-6,1 2,29 6,-27-4,44 2,-31-6,-22-2,1 1,-1 1,1 0,-1 2,1 0,-1 1,20 8,-26-8,0 1,1-1,-1-1,1 0,0-1,0 0,0-1,0-1,0 0,0-1,0 0,0-1,-1 0,14-4,14-1,0 1,0 3,1 1,66 6,-7-2,-100-2,34 1,-1-2,1-1,50-11,-45 7,0 2,0 1,0 2,40 4,3-1,-61-2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23T01:29:08.4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1 132,'0'-1,"1"-1,0 1,0-1,0 0,0 1,0 0,0-1,0 1,0 0,0-1,1 1,-1 0,1 0,-1 0,1 0,-1 0,3-1,30-13,-2 6,1 1,-1 1,61-3,101 7,-106 4,-58-2,54-10,-53 5,51-1,-61 6,8 2,1-2,-1-1,48-10,-35 5,0 2,1 2,-1 1,55 6,4-1,377-3,-451 3,1 1,-1 2,0 1,0 0,-1 2,42 21,-64-28,13 5,1-1,0 0,0-2,0 0,1-1,-1 0,1-2,28-1,79-1,-104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9:26.5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 24575,'53'-20'0,"-44"18"0,0 1 0,0 0 0,0 0 0,0 1 0,0 0 0,0 0 0,0 1 0,14 3 0,-20-3 0,0 0 0,0 0 0,0 0 0,0 1 0,0-1 0,0 1 0,-1 0 0,1 0 0,0 0 0,-1 0 0,0 0 0,1 1 0,-1-1 0,0 0 0,0 1 0,-1 0 0,1 0 0,0-1 0,-1 1 0,0 0 0,0 0 0,0 0 0,0 0 0,0 1 0,0-1 0,-1 0 0,1 4 0,0 7 0,-1 0 0,0 0 0,-1 1 0,0-1 0,-1 0 0,-6 20 0,-32 81 0,27-83 0,1 0 0,-11 54 0,22-82-59,1 4-41,-1-1-1,-1 1 1,1 0-1,-1-1 1,-1 1-1,1-1 1,-1 0-1,0 0 1,-1 0-1,0 0 1,0 0-1,-8 9 1,-1-7-6726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9:27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11 24575,'-5'0'0,"0"-4"0,-5-2 0,0 5 0,6 2 0,-1 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9:29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24575,'38'-1'0,"-21"0"0,0 1 0,0 0 0,0 1 0,0 0 0,25 7 0,-38-7 0,0 0 0,-1 0 0,0 1 0,1-1 0,-1 1 0,0 0 0,0 0 0,0 0 0,0 1 0,0-1 0,-1 1 0,1-1 0,-1 1 0,1 0 0,-1 0 0,0 0 0,0 0 0,0 0 0,-1 1 0,1-1 0,-1 0 0,0 1 0,0-1 0,0 1 0,0 0 0,0-1 0,-1 1 0,0-1 0,0 1 0,0 7 0,-1-7 0,1 0 0,-1 1 0,0-1 0,0 0 0,0 0 0,0 0 0,-1 0 0,0 0 0,0-1 0,0 1 0,0-1 0,-4 6 0,-40 38 0,16-17 0,-2 5 0,-27 41 0,49-63-1365,-1-2-5461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29:30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24575,'5'0'0,"0"4"0,5 2 0,-5-1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14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1 325 24575,'9'0'0,"1"-2"0,-1 1 0,1-1 0,14-6 0,14-2 0,139-19 0,-45 4 0,-12 1 0,18-5 0,-50 9 0,-12-5 0,-16 4 0,52-12 0,67-15 0,-27 22 0,-52 7-1365,-79 16-5461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22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0 639 24575,'4'-2'0,"0"0"0,-1-1 0,1 1 0,-1-1 0,0 1 0,0-1 0,0 0 0,0-1 0,-1 1 0,1 0 0,-1-1 0,1 1 0,1-7 0,7-5 0,18-20 0,1 2 0,2 1 0,1 1 0,56-38 0,-28 25 0,159-102 0,81-31-1365,-285 168-5461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2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0 526 24575,'0'-4'0,"1"0"0,-1 0 0,1 0 0,0 0 0,0 0 0,0 0 0,0 0 0,1 0 0,-1 1 0,1-1 0,0 0 0,0 1 0,0 0 0,1-1 0,-1 1 0,1 0 0,6-5 0,3-2 0,0 1 0,1 1 0,21-11 0,17-11 0,-24 12 0,52-25 0,2-2 0,-46 25 0,40-17 0,22-12 0,-60 30 0,54-21 0,-51 23 0,48-26 0,-68 32-455,0 0 0,24-9 0,-27 15-6371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27.4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 24575,'53'-19'0,"6"7"0,-33 5 0,1 2 0,1 1 0,31-1 0,-34 5 0,0-1 0,0-1 0,37-8 0,-26 4 0,0 2 0,1 1 0,0 2 0,45 4 0,-31 0 0,61-6 0,15-21 0,0 1-1365,-108 21-5461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39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1 197 24575,'0'-1'0,"1"0"0,-1 0 0,1-1 0,0 1 0,0 0 0,-1 0 0,1 0 0,0 0 0,0 0 0,0 0 0,0 0 0,0 0 0,0 0 0,1 0 0,-1 1 0,0-1 0,0 0 0,1 1 0,-1-1 0,0 1 0,3-1 0,36-11 0,-31 10 0,29-8 0,48-4 0,-29 5 0,-13 4 0,58-1 0,-60 5 0,72-11 0,-76 7 0,2 1 0,50 3 0,-49 1 0,78-9 0,-15-3-156,0 4-1,147 9 1,-89 2 43,-89-5 113,87-15 0,-59 8 243,23-3 96,51-14-1704,-153 22-5461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41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1 863 24575,'0'-5'0,"1"-1"0,0 1 0,0 0 0,1 0 0,-1 0 0,1 0 0,0 1 0,0-1 0,1 0 0,5-7 0,38-46 0,-25 32 0,13-14 0,-15 17 0,25-37 0,-11 12 0,58-63 0,-18 22 0,-34 43 0,-26 31 0,0 0 0,-1 0 0,-1-1 0,13-23 0,-19 30 0,1 0 0,0 0 0,1 0 0,7-7 0,23-33 0,-28 33-74,2 0-1,19-22 0,-17 22-1066,-3 4-5685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43.4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1 420 24575,'50'-1'0,"1"-3"0,-1-1 0,0-3 0,52-16 0,275-58 0,-343 74 0,66-24 0,-62 18 0,43-9 0,-39 12 0,80-33 0,-6 2 0,-91 33 0,1-2 0,-1 0 0,-1-1 0,41-29 0,5 10-1365,-55 24-5461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45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1 437 24575,'11'-1'0,"-1"0"0,1-1 0,0 0 0,10-4 0,39-6 0,-34 8 0,-1 0 0,0-2 0,0 0 0,28-12 0,47-12 0,-34 12 0,120-50 0,-86 28 0,117-55 0,-166 75-455,-1-2 0,84-51 0,-121 64-6371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19:58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1 323 24575,'10'-7'0,"0"1"0,0 0 0,0 0 0,1 1 0,0 0 0,0 1 0,20-5 0,6-3 0,89-34 0,-91 32 0,1 1 0,47-9 0,2-2 0,257-107 0,-325 124-1365,-1 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00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0 419 24575,'10'-1'0,"0"-1"0,0 0 0,-1-1 0,1-1 0,-1 1 0,0-1 0,0-1 0,0 0 0,-1 0 0,11-8 0,48-24 0,16 9 0,39-16 0,-22 8 0,-68 26 0,-1-1 0,53-27 0,-57 24 0,1 2 0,1 1 0,0 1 0,33-6 0,-25 6 0,70-27 0,17-13-1365,-110 43-5461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05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1 435 24575,'5'-1'0,"-1"0"0,0-1 0,1 1 0,-1-1 0,0 0 0,0 0 0,0-1 0,6-4 0,10-5 0,264-106 0,-195 79 0,-40 19 0,-1-2 0,-1-2 0,-1-2 0,73-54 0,-30 18-1365,-78 51-5461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07.5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1 555 24575,'4'-1'0,"1"0"0,-1 0 0,0-1 0,1 0 0,-1 0 0,0 0 0,0 0 0,6-5 0,10-6 0,26-7 0,-28 13 0,0 0 0,0-2 0,-1 0 0,30-23 0,-30 20 0,0 1 0,1 1 0,0 0 0,22-7 0,45-26 0,60-33 0,-33 19 0,4 1 0,-76 38 0,72-43 0,-95 50-94,-10 7-88,0 0 1,0-1-1,0 0 1,-1-1-1,0 1 0,7-9 1,-4 1-6645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12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1 419 24575,'11'-1'0,"-1"0"0,1-1 0,-1 0 0,1-1 0,-1-1 0,16-7 0,41-10 0,-18 9 0,0-2 0,0-3 0,55-26 0,73-24 0,-151 58 0,-1-2 0,0-1 0,31-18 0,31-16 0,-62 33 41,0-1 0,28-20-1,11-8-1527,-48 33-5339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14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0 596 24575,'2'-7'0,"1"0"0,0 0 0,0 1 0,0-1 0,0 1 0,1 0 0,6-7 0,-7 8 0,8-10 0,2 0 0,-1 1 0,2 1 0,0 0 0,0 1 0,1 0 0,1 1 0,0 1 0,27-14 0,11-11 0,-40 25 0,0 0 0,27-13 0,130-57 0,-144 69 0,0 1 0,47-9 0,-48 13 0,-1-1 0,0-1 0,41-18 0,82-40 109,13-8-1583,-147 67-5352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18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1 476 24575,'4'-2'0,"0"1"0,0-1 0,-1 0 0,1 0 0,0 0 0,-1 0 0,0-1 0,1 1 0,4-6 0,9-5 0,18-6 0,62-25 0,-88 41 0,51-25 0,-35 15 0,47-15 0,-29 13 0,55-28 0,-55 23 0,47-15 0,-56 21 0,0-1 0,0-1 0,33-23 0,-10 6 0,-42 24-117,13-6-299,0 0 0,35-12 0,-46 22-6410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31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1 344 24575,'4'-2'0,"-1"1"0,1-1 0,0 0 0,-1 0 0,1 0 0,-1-1 0,0 1 0,5-5 0,8-6 0,15-3 0,1 1 0,1 2 0,45-13 0,-2 1 0,-2 1 0,79-13 0,-101 28 0,-34 6 0,1 0 0,-1-1 0,-1-1 0,26-10 0,-16 5 0,0 2 0,1 1 0,0 1 0,37-3 0,-55 8 0,266-50 0,-236 37-1365,-23 8-5461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33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0 444 24575,'3'0'0,"0"-1"0,0 0 0,0-1 0,-1 1 0,1 0 0,0-1 0,-1 1 0,1-1 0,-1 0 0,0 0 0,4-3 0,18-13 0,-8 13 0,0 1 0,0 0 0,31-3 0,10-2 0,-12 0 0,-1-1 0,0-3 0,-1-2 0,44-21 0,99-46 0,-66 37 0,-83 33 0,-1-1 0,69-37 0,-81 38 30,0 1 0,1 1 0,48-12 0,20-9-1515,-77 25-5341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4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1 445 24575,'34'-3'0,"1"-2"0,-1-2 0,0-1 0,-1-1 0,59-26 0,-45 17 0,97-22 0,-111 31 0,0-1 0,0-2 0,58-29 0,-63 28 0,26-10 0,-27 12 0,47-27 0,-31 15 0,1 1 0,84-27 0,-97 37 0,144-39-1365,-159 46-5461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5:20:47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1 601 24575,'11'-1'0,"0"-1"0,0-1 0,0 0 0,-1 0 0,1-1 0,-1 0 0,0-1 0,0 0 0,0 0 0,-1-1 0,0 0 0,11-10 0,-3 3 0,1 1 0,23-11 0,380-185 0,-354 168 0,-48 27 0,0 2 0,21-10 0,69-35 0,-69 33 0,42-16 0,-13 5 96,12-5-1557,-64 34-5365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8A458F-52FA-F0AD-5BFF-1EEBA4EFE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6896B6-9207-C928-A67E-3401F07E4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80EE9D0-B976-07CA-BF56-9D5E280C2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70DB42-3116-3351-2CBA-0C5225106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A6D6A38-3D6B-8AFB-76EC-73DFEE4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62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3A820-202D-CBD9-08BA-ADD6FD2F7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1ABA89-8224-3FFD-6256-51EFEA7B0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2499674-23DF-DD1C-9753-D8E0255CB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B092CC-6FEF-2FA0-6D82-172126484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A86E59-ED21-D66A-CAA3-61DD273FC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078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49D6B0-1432-F83A-7442-0AF7D2A5E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4E80278-D871-3BEF-F92F-4C1E853C5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E5F524B-3B88-B4AB-C6E9-A1F0B4D20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F0AB0A-EB2C-34FB-574F-8E08D3A30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A7FD60-406E-2BB5-93A5-FE8650C67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5225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E16DE3-BA45-1B37-219A-29D1D9B01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091BDB-2DAD-16F0-9BEA-44A1489038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C519ABE-4C6C-9F2D-4C97-FDC0E47C5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978B5B9-AAED-5696-CD50-F3E558804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814BCA5-B055-BC95-098C-A33986076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5050D0A-5F6A-29A4-9344-096CF4B1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1747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4B18B6-1CC9-0BAC-84E4-D18FE5F2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10A3382-98AF-0E92-A529-3414C17D47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1CDDAEE-1E07-9379-B0C2-750D1DD99E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CAAFDDE-6F4C-DF3D-7F61-B696868AB6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738E03-3347-AAFC-7644-7C1BD6F7BE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066624E-FA8F-B9C0-FFF1-2F1E26DC1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28895F1-7890-9215-86CB-ADAA888ED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32CC51B-048C-8963-C3CD-4BA040FE2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8180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7D82B8-6069-EB62-F0C1-4090F73C7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C6BA82-4368-CF99-365D-64434EE0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220766F-AB58-1E05-C95B-C50F48BCA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6889251-0A80-5E01-AA01-617B27AF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338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40A44CB-301E-6899-D688-219B2E784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2CBF1E8-6042-0ECC-3954-D4FA2CF0C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829E7B-2641-5E7A-992C-D6F6DC96C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8685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530456-81FE-E67C-EB9A-AA035F233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C43F46-2AC1-A6EC-EB9A-FA0A80CC6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8056A0B-8F9D-8BDB-01B4-F012BCEE77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EC3D8F5-EA3E-87B1-7C96-AA389829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6EF1BAE-2E79-DC43-A001-F5EF2BA30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D813A0C-F13D-798D-2E18-617A7C20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8186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E7DE9E-7897-DDE4-EC41-EF82916CE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7F3B078-B70F-530F-30EB-64BE9049B1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373FCB-6229-2F5B-A29F-372DE9F7B6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50C8B54-C316-8739-60CB-FDE71C4B7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91CE1CB-7C5D-D229-6F1E-95BF34BE7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E55A044-3805-854B-F77A-B1E12B59C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6449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1D354-CA4F-CE5E-1779-AC128621C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DA9182-3085-E392-C725-B3CE8933E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3B6BC1-AE9F-6548-0FC5-A69B19949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90CF5B-E70F-99F2-7FB2-0CF59053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C5C3A2-F7E1-69BB-34A4-A9EAAAC25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7034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0EDFDC1-2663-84F5-CC08-278B5FB32A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F2B4D8E-E3E5-14FC-DAA1-61068DD7C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2247B4-092D-E945-5CF2-A87CC8276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1586C4-8EEB-9B78-309E-A1F68D1AA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053E0D5-14F6-50F2-D1B4-527D22B9B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5044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1A88775-5D58-C24A-5C21-4DE20BC35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874B8FA-8629-FACE-C04A-F306F6141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373ED8-69BA-D9C7-0095-D73B3AE478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62FE3E-CC60-46F8-9452-A1451A3A6641}" type="datetimeFigureOut">
              <a:rPr lang="pt-BR" smtClean="0"/>
              <a:t>22/11/2025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8FDD37E-2016-D473-E52F-48C72EE5B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E6465D3-5E7B-5935-B01F-4E56DD5ECA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06BB3-C544-43C7-8A7B-A0D994EE8B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906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customXml" Target="../ink/ink12.xml"/><Relationship Id="rId39" Type="http://schemas.openxmlformats.org/officeDocument/2006/relationships/image" Target="../media/image20.png"/><Relationship Id="rId21" Type="http://schemas.openxmlformats.org/officeDocument/2006/relationships/customXml" Target="../ink/ink10.xml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47" Type="http://schemas.openxmlformats.org/officeDocument/2006/relationships/image" Target="../media/image24.png"/><Relationship Id="rId50" Type="http://schemas.openxmlformats.org/officeDocument/2006/relationships/customXml" Target="../ink/ink24.xml"/><Relationship Id="rId55" Type="http://schemas.openxmlformats.org/officeDocument/2006/relationships/image" Target="../media/image28.png"/><Relationship Id="rId63" Type="http://schemas.openxmlformats.org/officeDocument/2006/relationships/image" Target="../media/image32.png"/><Relationship Id="rId7" Type="http://schemas.openxmlformats.org/officeDocument/2006/relationships/customXml" Target="../ink/ink3.xml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9" Type="http://schemas.openxmlformats.org/officeDocument/2006/relationships/image" Target="../media/image15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5.xml"/><Relationship Id="rId37" Type="http://schemas.openxmlformats.org/officeDocument/2006/relationships/image" Target="../media/image19.png"/><Relationship Id="rId40" Type="http://schemas.openxmlformats.org/officeDocument/2006/relationships/customXml" Target="../ink/ink19.xml"/><Relationship Id="rId45" Type="http://schemas.openxmlformats.org/officeDocument/2006/relationships/image" Target="../media/image23.png"/><Relationship Id="rId53" Type="http://schemas.openxmlformats.org/officeDocument/2006/relationships/image" Target="../media/image27.png"/><Relationship Id="rId58" Type="http://schemas.openxmlformats.org/officeDocument/2006/relationships/customXml" Target="../ink/ink28.xml"/><Relationship Id="rId5" Type="http://schemas.openxmlformats.org/officeDocument/2006/relationships/customXml" Target="../ink/ink2.xml"/><Relationship Id="rId61" Type="http://schemas.openxmlformats.org/officeDocument/2006/relationships/image" Target="../media/image31.png"/><Relationship Id="rId19" Type="http://schemas.openxmlformats.org/officeDocument/2006/relationships/customXml" Target="../ink/ink9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image" Target="../media/image14.png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43" Type="http://schemas.openxmlformats.org/officeDocument/2006/relationships/image" Target="../media/image22.png"/><Relationship Id="rId48" Type="http://schemas.openxmlformats.org/officeDocument/2006/relationships/customXml" Target="../ink/ink23.xml"/><Relationship Id="rId56" Type="http://schemas.openxmlformats.org/officeDocument/2006/relationships/customXml" Target="../ink/ink27.xml"/><Relationship Id="rId8" Type="http://schemas.openxmlformats.org/officeDocument/2006/relationships/image" Target="../media/image4.png"/><Relationship Id="rId51" Type="http://schemas.openxmlformats.org/officeDocument/2006/relationships/image" Target="../media/image26.png"/><Relationship Id="rId3" Type="http://schemas.openxmlformats.org/officeDocument/2006/relationships/customXml" Target="../ink/ink1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30.png"/><Relationship Id="rId20" Type="http://schemas.openxmlformats.org/officeDocument/2006/relationships/image" Target="../media/image10.png"/><Relationship Id="rId41" Type="http://schemas.openxmlformats.org/officeDocument/2006/relationships/image" Target="../media/image21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image" Target="../media/image5.png"/><Relationship Id="rId31" Type="http://schemas.openxmlformats.org/officeDocument/2006/relationships/image" Target="../media/image16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4" Type="http://schemas.openxmlformats.org/officeDocument/2006/relationships/image" Target="../media/image2.png"/><Relationship Id="rId9" Type="http://schemas.openxmlformats.org/officeDocument/2006/relationships/customXml" Target="../ink/ink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383FF7B5-21BD-622D-4015-BF06981A9255}"/>
              </a:ext>
            </a:extLst>
          </p:cNvPr>
          <p:cNvSpPr txBox="1"/>
          <p:nvPr/>
        </p:nvSpPr>
        <p:spPr>
          <a:xfrm>
            <a:off x="445158" y="253484"/>
            <a:ext cx="3629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MEU PROJETO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5C29981-DB52-6AFF-D50B-0A250A85E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81" y="1123950"/>
            <a:ext cx="3152775" cy="338137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600BF0B-AD7D-A6F4-00A9-FBB89B0B5B13}"/>
              </a:ext>
            </a:extLst>
          </p:cNvPr>
          <p:cNvSpPr txBox="1"/>
          <p:nvPr/>
        </p:nvSpPr>
        <p:spPr>
          <a:xfrm>
            <a:off x="5766255" y="438150"/>
            <a:ext cx="3629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REFERÊNCIA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Tinta 11">
                <a:extLst>
                  <a:ext uri="{FF2B5EF4-FFF2-40B4-BE49-F238E27FC236}">
                    <a16:creationId xmlns:a16="http://schemas.microsoft.com/office/drawing/2014/main" id="{218FD09B-DC8D-FC47-9CA3-6F4FC0251CAA}"/>
                  </a:ext>
                </a:extLst>
              </p14:cNvPr>
              <p14:cNvContentPartPr/>
              <p14:nvPr/>
            </p14:nvContentPartPr>
            <p14:xfrm>
              <a:off x="7197263" y="1721385"/>
              <a:ext cx="381240" cy="171000"/>
            </p14:xfrm>
          </p:contentPart>
        </mc:Choice>
        <mc:Fallback>
          <p:pic>
            <p:nvPicPr>
              <p:cNvPr id="12" name="Tinta 11">
                <a:extLst>
                  <a:ext uri="{FF2B5EF4-FFF2-40B4-BE49-F238E27FC236}">
                    <a16:creationId xmlns:a16="http://schemas.microsoft.com/office/drawing/2014/main" id="{218FD09B-DC8D-FC47-9CA3-6F4FC0251CA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91143" y="1715265"/>
                <a:ext cx="39348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4" name="Tinta 13">
                <a:extLst>
                  <a:ext uri="{FF2B5EF4-FFF2-40B4-BE49-F238E27FC236}">
                    <a16:creationId xmlns:a16="http://schemas.microsoft.com/office/drawing/2014/main" id="{399F798F-8CE5-B442-073F-BC0BB16E7CC6}"/>
                  </a:ext>
                </a:extLst>
              </p14:cNvPr>
              <p14:cNvContentPartPr/>
              <p14:nvPr/>
            </p14:nvContentPartPr>
            <p14:xfrm>
              <a:off x="7197263" y="2195505"/>
              <a:ext cx="466200" cy="149400"/>
            </p14:xfrm>
          </p:contentPart>
        </mc:Choice>
        <mc:Fallback>
          <p:pic>
            <p:nvPicPr>
              <p:cNvPr id="14" name="Tinta 13">
                <a:extLst>
                  <a:ext uri="{FF2B5EF4-FFF2-40B4-BE49-F238E27FC236}">
                    <a16:creationId xmlns:a16="http://schemas.microsoft.com/office/drawing/2014/main" id="{399F798F-8CE5-B442-073F-BC0BB16E7CC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91143" y="2189385"/>
                <a:ext cx="478440" cy="16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6" name="Tinta 15">
                <a:extLst>
                  <a:ext uri="{FF2B5EF4-FFF2-40B4-BE49-F238E27FC236}">
                    <a16:creationId xmlns:a16="http://schemas.microsoft.com/office/drawing/2014/main" id="{B301784F-86C1-2982-499E-8BCA2EB9F195}"/>
                  </a:ext>
                </a:extLst>
              </p14:cNvPr>
              <p14:cNvContentPartPr/>
              <p14:nvPr/>
            </p14:nvContentPartPr>
            <p14:xfrm>
              <a:off x="7025183" y="3046545"/>
              <a:ext cx="397800" cy="113040"/>
            </p14:xfrm>
          </p:contentPart>
        </mc:Choice>
        <mc:Fallback>
          <p:pic>
            <p:nvPicPr>
              <p:cNvPr id="16" name="Tinta 15">
                <a:extLst>
                  <a:ext uri="{FF2B5EF4-FFF2-40B4-BE49-F238E27FC236}">
                    <a16:creationId xmlns:a16="http://schemas.microsoft.com/office/drawing/2014/main" id="{B301784F-86C1-2982-499E-8BCA2EB9F19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019063" y="3040425"/>
                <a:ext cx="41004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12F38A96-48AF-84AC-A929-DF198032B8EE}"/>
                  </a:ext>
                </a:extLst>
              </p14:cNvPr>
              <p14:cNvContentPartPr/>
              <p14:nvPr/>
            </p14:nvContentPartPr>
            <p14:xfrm>
              <a:off x="7052183" y="3237705"/>
              <a:ext cx="476640" cy="130320"/>
            </p14:xfrm>
          </p:contentPart>
        </mc:Choice>
        <mc:Fallback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12F38A96-48AF-84AC-A929-DF198032B8E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046063" y="3231585"/>
                <a:ext cx="488880" cy="14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1" name="Tinta 20">
                <a:extLst>
                  <a:ext uri="{FF2B5EF4-FFF2-40B4-BE49-F238E27FC236}">
                    <a16:creationId xmlns:a16="http://schemas.microsoft.com/office/drawing/2014/main" id="{5CF6DDC9-F19A-6E2C-4FFD-DEEFD5BE98CB}"/>
                  </a:ext>
                </a:extLst>
              </p14:cNvPr>
              <p14:cNvContentPartPr/>
              <p14:nvPr/>
            </p14:nvContentPartPr>
            <p14:xfrm>
              <a:off x="7160903" y="3865185"/>
              <a:ext cx="804960" cy="136440"/>
            </p14:xfrm>
          </p:contentPart>
        </mc:Choice>
        <mc:Fallback>
          <p:pic>
            <p:nvPicPr>
              <p:cNvPr id="21" name="Tinta 20">
                <a:extLst>
                  <a:ext uri="{FF2B5EF4-FFF2-40B4-BE49-F238E27FC236}">
                    <a16:creationId xmlns:a16="http://schemas.microsoft.com/office/drawing/2014/main" id="{5CF6DDC9-F19A-6E2C-4FFD-DEEFD5BE98C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54783" y="3859065"/>
                <a:ext cx="81720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Tinta 21">
                <a:extLst>
                  <a:ext uri="{FF2B5EF4-FFF2-40B4-BE49-F238E27FC236}">
                    <a16:creationId xmlns:a16="http://schemas.microsoft.com/office/drawing/2014/main" id="{D78B6F9B-0A8E-56A9-0228-9D3D1AD3363F}"/>
                  </a:ext>
                </a:extLst>
              </p14:cNvPr>
              <p14:cNvContentPartPr/>
              <p14:nvPr/>
            </p14:nvContentPartPr>
            <p14:xfrm>
              <a:off x="6183143" y="1610145"/>
              <a:ext cx="1013400" cy="36720"/>
            </p14:xfrm>
          </p:contentPart>
        </mc:Choice>
        <mc:Fallback>
          <p:pic>
            <p:nvPicPr>
              <p:cNvPr id="22" name="Tinta 21">
                <a:extLst>
                  <a:ext uri="{FF2B5EF4-FFF2-40B4-BE49-F238E27FC236}">
                    <a16:creationId xmlns:a16="http://schemas.microsoft.com/office/drawing/2014/main" id="{D78B6F9B-0A8E-56A9-0228-9D3D1AD3363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129143" y="1502505"/>
                <a:ext cx="112104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Tinta 22">
                <a:extLst>
                  <a:ext uri="{FF2B5EF4-FFF2-40B4-BE49-F238E27FC236}">
                    <a16:creationId xmlns:a16="http://schemas.microsoft.com/office/drawing/2014/main" id="{D8E2C993-B752-A26E-9B5A-3D133DAA7BF7}"/>
                  </a:ext>
                </a:extLst>
              </p14:cNvPr>
              <p14:cNvContentPartPr/>
              <p14:nvPr/>
            </p14:nvContentPartPr>
            <p14:xfrm>
              <a:off x="6201143" y="4397265"/>
              <a:ext cx="850320" cy="47880"/>
            </p14:xfrm>
          </p:contentPart>
        </mc:Choice>
        <mc:Fallback>
          <p:pic>
            <p:nvPicPr>
              <p:cNvPr id="23" name="Tinta 22">
                <a:extLst>
                  <a:ext uri="{FF2B5EF4-FFF2-40B4-BE49-F238E27FC236}">
                    <a16:creationId xmlns:a16="http://schemas.microsoft.com/office/drawing/2014/main" id="{D8E2C993-B752-A26E-9B5A-3D133DAA7BF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147503" y="4289265"/>
                <a:ext cx="9579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E19E65C-F990-FFB1-C81B-DE698E0348EE}"/>
              </a:ext>
            </a:extLst>
          </p:cNvPr>
          <p:cNvGrpSpPr/>
          <p:nvPr/>
        </p:nvGrpSpPr>
        <p:grpSpPr>
          <a:xfrm>
            <a:off x="7215263" y="1493505"/>
            <a:ext cx="73800" cy="244800"/>
            <a:chOff x="7215263" y="1493505"/>
            <a:chExt cx="7380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5" name="Tinta 24">
                  <a:extLst>
                    <a:ext uri="{FF2B5EF4-FFF2-40B4-BE49-F238E27FC236}">
                      <a16:creationId xmlns:a16="http://schemas.microsoft.com/office/drawing/2014/main" id="{8ADF0DFC-A058-D603-4E73-07467F8C2F96}"/>
                    </a:ext>
                  </a:extLst>
                </p14:cNvPr>
                <p14:cNvContentPartPr/>
                <p14:nvPr/>
              </p14:nvContentPartPr>
              <p14:xfrm>
                <a:off x="7215263" y="1493505"/>
                <a:ext cx="73800" cy="207360"/>
              </p14:xfrm>
            </p:contentPart>
          </mc:Choice>
          <mc:Fallback>
            <p:pic>
              <p:nvPicPr>
                <p:cNvPr id="25" name="Tinta 24">
                  <a:extLst>
                    <a:ext uri="{FF2B5EF4-FFF2-40B4-BE49-F238E27FC236}">
                      <a16:creationId xmlns:a16="http://schemas.microsoft.com/office/drawing/2014/main" id="{8ADF0DFC-A058-D603-4E73-07467F8C2F9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09143" y="1487385"/>
                  <a:ext cx="860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6" name="Tinta 25">
                  <a:extLst>
                    <a:ext uri="{FF2B5EF4-FFF2-40B4-BE49-F238E27FC236}">
                      <a16:creationId xmlns:a16="http://schemas.microsoft.com/office/drawing/2014/main" id="{0CF41EB5-C9D9-CDC8-CC3B-1E920BB29FF3}"/>
                    </a:ext>
                  </a:extLst>
                </p14:cNvPr>
                <p14:cNvContentPartPr/>
                <p14:nvPr/>
              </p14:nvContentPartPr>
              <p14:xfrm>
                <a:off x="7237583" y="1733985"/>
                <a:ext cx="14040" cy="4320"/>
              </p14:xfrm>
            </p:contentPart>
          </mc:Choice>
          <mc:Fallback>
            <p:pic>
              <p:nvPicPr>
                <p:cNvPr id="26" name="Tinta 25">
                  <a:extLst>
                    <a:ext uri="{FF2B5EF4-FFF2-40B4-BE49-F238E27FC236}">
                      <a16:creationId xmlns:a16="http://schemas.microsoft.com/office/drawing/2014/main" id="{0CF41EB5-C9D9-CDC8-CC3B-1E920BB29F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31463" y="1727865"/>
                  <a:ext cx="26280" cy="1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B883280A-F98A-B37D-6116-17A22856E899}"/>
              </a:ext>
            </a:extLst>
          </p:cNvPr>
          <p:cNvGrpSpPr/>
          <p:nvPr/>
        </p:nvGrpSpPr>
        <p:grpSpPr>
          <a:xfrm>
            <a:off x="7115903" y="4298985"/>
            <a:ext cx="82440" cy="169920"/>
            <a:chOff x="7115903" y="4298985"/>
            <a:chExt cx="82440" cy="16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8" name="Tinta 27">
                  <a:extLst>
                    <a:ext uri="{FF2B5EF4-FFF2-40B4-BE49-F238E27FC236}">
                      <a16:creationId xmlns:a16="http://schemas.microsoft.com/office/drawing/2014/main" id="{51C412DF-D083-88F2-D60D-461A72612E55}"/>
                    </a:ext>
                  </a:extLst>
                </p14:cNvPr>
                <p14:cNvContentPartPr/>
                <p14:nvPr/>
              </p14:nvContentPartPr>
              <p14:xfrm>
                <a:off x="7115903" y="4298985"/>
                <a:ext cx="82440" cy="133560"/>
              </p14:xfrm>
            </p:contentPart>
          </mc:Choice>
          <mc:Fallback>
            <p:pic>
              <p:nvPicPr>
                <p:cNvPr id="28" name="Tinta 27">
                  <a:extLst>
                    <a:ext uri="{FF2B5EF4-FFF2-40B4-BE49-F238E27FC236}">
                      <a16:creationId xmlns:a16="http://schemas.microsoft.com/office/drawing/2014/main" id="{51C412DF-D083-88F2-D60D-461A72612E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09783" y="4292865"/>
                  <a:ext cx="94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9" name="Tinta 28">
                  <a:extLst>
                    <a:ext uri="{FF2B5EF4-FFF2-40B4-BE49-F238E27FC236}">
                      <a16:creationId xmlns:a16="http://schemas.microsoft.com/office/drawing/2014/main" id="{04BEBA83-2FD2-388D-7799-FE7AA90DE884}"/>
                    </a:ext>
                  </a:extLst>
                </p14:cNvPr>
                <p14:cNvContentPartPr/>
                <p14:nvPr/>
              </p14:nvContentPartPr>
              <p14:xfrm>
                <a:off x="7115903" y="4462785"/>
                <a:ext cx="9360" cy="6120"/>
              </p14:xfrm>
            </p:contentPart>
          </mc:Choice>
          <mc:Fallback>
            <p:pic>
              <p:nvPicPr>
                <p:cNvPr id="29" name="Tinta 28">
                  <a:extLst>
                    <a:ext uri="{FF2B5EF4-FFF2-40B4-BE49-F238E27FC236}">
                      <a16:creationId xmlns:a16="http://schemas.microsoft.com/office/drawing/2014/main" id="{04BEBA83-2FD2-388D-7799-FE7AA90DE88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09783" y="4456665"/>
                  <a:ext cx="21600" cy="183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4" name="Imagem 33">
            <a:extLst>
              <a:ext uri="{FF2B5EF4-FFF2-40B4-BE49-F238E27FC236}">
                <a16:creationId xmlns:a16="http://schemas.microsoft.com/office/drawing/2014/main" id="{5C5004E8-D12E-0832-0080-53D2C3589D0D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b="9451"/>
          <a:stretch>
            <a:fillRect/>
          </a:stretch>
        </p:blipFill>
        <p:spPr>
          <a:xfrm>
            <a:off x="747153" y="622816"/>
            <a:ext cx="3025036" cy="620982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5" name="Tinta 34">
                <a:extLst>
                  <a:ext uri="{FF2B5EF4-FFF2-40B4-BE49-F238E27FC236}">
                    <a16:creationId xmlns:a16="http://schemas.microsoft.com/office/drawing/2014/main" id="{B9B3B0BF-617E-80BA-3EB0-1C9BC245CB3E}"/>
                  </a:ext>
                </a:extLst>
              </p14:cNvPr>
              <p14:cNvContentPartPr/>
              <p14:nvPr/>
            </p14:nvContentPartPr>
            <p14:xfrm>
              <a:off x="1819223" y="2689425"/>
              <a:ext cx="524520" cy="117360"/>
            </p14:xfrm>
          </p:contentPart>
        </mc:Choice>
        <mc:Fallback>
          <p:pic>
            <p:nvPicPr>
              <p:cNvPr id="35" name="Tinta 34">
                <a:extLst>
                  <a:ext uri="{FF2B5EF4-FFF2-40B4-BE49-F238E27FC236}">
                    <a16:creationId xmlns:a16="http://schemas.microsoft.com/office/drawing/2014/main" id="{B9B3B0BF-617E-80BA-3EB0-1C9BC245CB3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813103" y="2683305"/>
                <a:ext cx="53676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6" name="Tinta 35">
                <a:extLst>
                  <a:ext uri="{FF2B5EF4-FFF2-40B4-BE49-F238E27FC236}">
                    <a16:creationId xmlns:a16="http://schemas.microsoft.com/office/drawing/2014/main" id="{302599DE-DC37-F732-50AF-ABFD089627CE}"/>
                  </a:ext>
                </a:extLst>
              </p14:cNvPr>
              <p14:cNvContentPartPr/>
              <p14:nvPr/>
            </p14:nvContentPartPr>
            <p14:xfrm>
              <a:off x="7233623" y="1861065"/>
              <a:ext cx="311760" cy="230040"/>
            </p14:xfrm>
          </p:contentPart>
        </mc:Choice>
        <mc:Fallback>
          <p:pic>
            <p:nvPicPr>
              <p:cNvPr id="36" name="Tinta 35">
                <a:extLst>
                  <a:ext uri="{FF2B5EF4-FFF2-40B4-BE49-F238E27FC236}">
                    <a16:creationId xmlns:a16="http://schemas.microsoft.com/office/drawing/2014/main" id="{302599DE-DC37-F732-50AF-ABFD089627C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227503" y="1854945"/>
                <a:ext cx="324000" cy="24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Agrupar 38">
            <a:extLst>
              <a:ext uri="{FF2B5EF4-FFF2-40B4-BE49-F238E27FC236}">
                <a16:creationId xmlns:a16="http://schemas.microsoft.com/office/drawing/2014/main" id="{C9981625-435E-42A0-494C-15063662B72F}"/>
              </a:ext>
            </a:extLst>
          </p:cNvPr>
          <p:cNvGrpSpPr/>
          <p:nvPr/>
        </p:nvGrpSpPr>
        <p:grpSpPr>
          <a:xfrm>
            <a:off x="1755863" y="3621105"/>
            <a:ext cx="571320" cy="280800"/>
            <a:chOff x="1755863" y="3621105"/>
            <a:chExt cx="57132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7" name="Tinta 36">
                  <a:extLst>
                    <a:ext uri="{FF2B5EF4-FFF2-40B4-BE49-F238E27FC236}">
                      <a16:creationId xmlns:a16="http://schemas.microsoft.com/office/drawing/2014/main" id="{F3B68199-D46C-1944-27FB-8AD395E529C3}"/>
                    </a:ext>
                  </a:extLst>
                </p14:cNvPr>
                <p14:cNvContentPartPr/>
                <p14:nvPr/>
              </p14:nvContentPartPr>
              <p14:xfrm>
                <a:off x="2000663" y="3712545"/>
                <a:ext cx="326520" cy="189360"/>
              </p14:xfrm>
            </p:contentPart>
          </mc:Choice>
          <mc:Fallback>
            <p:pic>
              <p:nvPicPr>
                <p:cNvPr id="37" name="Tinta 36">
                  <a:extLst>
                    <a:ext uri="{FF2B5EF4-FFF2-40B4-BE49-F238E27FC236}">
                      <a16:creationId xmlns:a16="http://schemas.microsoft.com/office/drawing/2014/main" id="{F3B68199-D46C-1944-27FB-8AD395E529C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94543" y="3706425"/>
                  <a:ext cx="338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8" name="Tinta 37">
                  <a:extLst>
                    <a:ext uri="{FF2B5EF4-FFF2-40B4-BE49-F238E27FC236}">
                      <a16:creationId xmlns:a16="http://schemas.microsoft.com/office/drawing/2014/main" id="{D7B35D8A-FB9D-84AC-D2B6-A45A1F5B59D6}"/>
                    </a:ext>
                  </a:extLst>
                </p14:cNvPr>
                <p14:cNvContentPartPr/>
                <p14:nvPr/>
              </p14:nvContentPartPr>
              <p14:xfrm>
                <a:off x="1755863" y="3621105"/>
                <a:ext cx="379800" cy="45360"/>
              </p14:xfrm>
            </p:contentPart>
          </mc:Choice>
          <mc:Fallback>
            <p:pic>
              <p:nvPicPr>
                <p:cNvPr id="38" name="Tinta 37">
                  <a:extLst>
                    <a:ext uri="{FF2B5EF4-FFF2-40B4-BE49-F238E27FC236}">
                      <a16:creationId xmlns:a16="http://schemas.microsoft.com/office/drawing/2014/main" id="{D7B35D8A-FB9D-84AC-D2B6-A45A1F5B59D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49743" y="3614985"/>
                  <a:ext cx="392040" cy="5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0" name="Tinta 39">
                <a:extLst>
                  <a:ext uri="{FF2B5EF4-FFF2-40B4-BE49-F238E27FC236}">
                    <a16:creationId xmlns:a16="http://schemas.microsoft.com/office/drawing/2014/main" id="{5F076FE2-8EA4-607A-9C2A-ACA8F92A79F3}"/>
                  </a:ext>
                </a:extLst>
              </p14:cNvPr>
              <p14:cNvContentPartPr/>
              <p14:nvPr/>
            </p14:nvContentPartPr>
            <p14:xfrm>
              <a:off x="1701503" y="1712385"/>
              <a:ext cx="777960" cy="71280"/>
            </p14:xfrm>
          </p:contentPart>
        </mc:Choice>
        <mc:Fallback>
          <p:pic>
            <p:nvPicPr>
              <p:cNvPr id="40" name="Tinta 39">
                <a:extLst>
                  <a:ext uri="{FF2B5EF4-FFF2-40B4-BE49-F238E27FC236}">
                    <a16:creationId xmlns:a16="http://schemas.microsoft.com/office/drawing/2014/main" id="{5F076FE2-8EA4-607A-9C2A-ACA8F92A79F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695383" y="1706265"/>
                <a:ext cx="7902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1" name="Tinta 40">
                <a:extLst>
                  <a:ext uri="{FF2B5EF4-FFF2-40B4-BE49-F238E27FC236}">
                    <a16:creationId xmlns:a16="http://schemas.microsoft.com/office/drawing/2014/main" id="{37219F1E-A35B-EB3D-2A59-EA3589D5FF92}"/>
                  </a:ext>
                </a:extLst>
              </p14:cNvPr>
              <p14:cNvContentPartPr/>
              <p14:nvPr/>
            </p14:nvContentPartPr>
            <p14:xfrm>
              <a:off x="7740143" y="2196945"/>
              <a:ext cx="232200" cy="310680"/>
            </p14:xfrm>
          </p:contentPart>
        </mc:Choice>
        <mc:Fallback>
          <p:pic>
            <p:nvPicPr>
              <p:cNvPr id="41" name="Tinta 40">
                <a:extLst>
                  <a:ext uri="{FF2B5EF4-FFF2-40B4-BE49-F238E27FC236}">
                    <a16:creationId xmlns:a16="http://schemas.microsoft.com/office/drawing/2014/main" id="{37219F1E-A35B-EB3D-2A59-EA3589D5FF9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734023" y="2190825"/>
                <a:ext cx="24444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2" name="Tinta 41">
                <a:extLst>
                  <a:ext uri="{FF2B5EF4-FFF2-40B4-BE49-F238E27FC236}">
                    <a16:creationId xmlns:a16="http://schemas.microsoft.com/office/drawing/2014/main" id="{2B6B7929-11A0-E889-BDBA-F3E5E35BC116}"/>
                  </a:ext>
                </a:extLst>
              </p14:cNvPr>
              <p14:cNvContentPartPr/>
              <p14:nvPr/>
            </p14:nvContentPartPr>
            <p14:xfrm>
              <a:off x="2018663" y="1224585"/>
              <a:ext cx="527040" cy="151560"/>
            </p14:xfrm>
          </p:contentPart>
        </mc:Choice>
        <mc:Fallback>
          <p:pic>
            <p:nvPicPr>
              <p:cNvPr id="42" name="Tinta 41">
                <a:extLst>
                  <a:ext uri="{FF2B5EF4-FFF2-40B4-BE49-F238E27FC236}">
                    <a16:creationId xmlns:a16="http://schemas.microsoft.com/office/drawing/2014/main" id="{2B6B7929-11A0-E889-BDBA-F3E5E35BC11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012543" y="1218465"/>
                <a:ext cx="53928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3" name="Tinta 42">
                <a:extLst>
                  <a:ext uri="{FF2B5EF4-FFF2-40B4-BE49-F238E27FC236}">
                    <a16:creationId xmlns:a16="http://schemas.microsoft.com/office/drawing/2014/main" id="{22369EE9-14E8-5858-3BFA-9541374C4E03}"/>
                  </a:ext>
                </a:extLst>
              </p14:cNvPr>
              <p14:cNvContentPartPr/>
              <p14:nvPr/>
            </p14:nvContentPartPr>
            <p14:xfrm>
              <a:off x="7541063" y="2603745"/>
              <a:ext cx="430560" cy="157680"/>
            </p14:xfrm>
          </p:contentPart>
        </mc:Choice>
        <mc:Fallback>
          <p:pic>
            <p:nvPicPr>
              <p:cNvPr id="43" name="Tinta 42">
                <a:extLst>
                  <a:ext uri="{FF2B5EF4-FFF2-40B4-BE49-F238E27FC236}">
                    <a16:creationId xmlns:a16="http://schemas.microsoft.com/office/drawing/2014/main" id="{22369EE9-14E8-5858-3BFA-9541374C4E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534943" y="2597625"/>
                <a:ext cx="442800" cy="16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4" name="Tinta 43">
                <a:extLst>
                  <a:ext uri="{FF2B5EF4-FFF2-40B4-BE49-F238E27FC236}">
                    <a16:creationId xmlns:a16="http://schemas.microsoft.com/office/drawing/2014/main" id="{6C0414A9-1B1D-21EA-4135-EC39FBAD04E0}"/>
                  </a:ext>
                </a:extLst>
              </p14:cNvPr>
              <p14:cNvContentPartPr/>
              <p14:nvPr/>
            </p14:nvContentPartPr>
            <p14:xfrm>
              <a:off x="2190383" y="4980465"/>
              <a:ext cx="317520" cy="116280"/>
            </p14:xfrm>
          </p:contentPart>
        </mc:Choice>
        <mc:Fallback>
          <p:pic>
            <p:nvPicPr>
              <p:cNvPr id="44" name="Tinta 43">
                <a:extLst>
                  <a:ext uri="{FF2B5EF4-FFF2-40B4-BE49-F238E27FC236}">
                    <a16:creationId xmlns:a16="http://schemas.microsoft.com/office/drawing/2014/main" id="{6C0414A9-1B1D-21EA-4135-EC39FBAD04E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184263" y="4974345"/>
                <a:ext cx="32976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5" name="Tinta 44">
                <a:extLst>
                  <a:ext uri="{FF2B5EF4-FFF2-40B4-BE49-F238E27FC236}">
                    <a16:creationId xmlns:a16="http://schemas.microsoft.com/office/drawing/2014/main" id="{E1825E2E-8157-44E5-385D-DC6A3A83DAF3}"/>
                  </a:ext>
                </a:extLst>
              </p14:cNvPr>
              <p14:cNvContentPartPr/>
              <p14:nvPr/>
            </p14:nvContentPartPr>
            <p14:xfrm>
              <a:off x="7468703" y="2800305"/>
              <a:ext cx="392040" cy="151200"/>
            </p14:xfrm>
          </p:contentPart>
        </mc:Choice>
        <mc:Fallback>
          <p:pic>
            <p:nvPicPr>
              <p:cNvPr id="45" name="Tinta 44">
                <a:extLst>
                  <a:ext uri="{FF2B5EF4-FFF2-40B4-BE49-F238E27FC236}">
                    <a16:creationId xmlns:a16="http://schemas.microsoft.com/office/drawing/2014/main" id="{E1825E2E-8157-44E5-385D-DC6A3A83DAF3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462583" y="2794185"/>
                <a:ext cx="40428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6" name="Tinta 45">
                <a:extLst>
                  <a:ext uri="{FF2B5EF4-FFF2-40B4-BE49-F238E27FC236}">
                    <a16:creationId xmlns:a16="http://schemas.microsoft.com/office/drawing/2014/main" id="{9344CBD5-DA19-5699-5BD0-2BB543D02860}"/>
                  </a:ext>
                </a:extLst>
              </p14:cNvPr>
              <p14:cNvContentPartPr/>
              <p14:nvPr/>
            </p14:nvContentPartPr>
            <p14:xfrm>
              <a:off x="2362463" y="4741065"/>
              <a:ext cx="304920" cy="156960"/>
            </p14:xfrm>
          </p:contentPart>
        </mc:Choice>
        <mc:Fallback>
          <p:pic>
            <p:nvPicPr>
              <p:cNvPr id="46" name="Tinta 45">
                <a:extLst>
                  <a:ext uri="{FF2B5EF4-FFF2-40B4-BE49-F238E27FC236}">
                    <a16:creationId xmlns:a16="http://schemas.microsoft.com/office/drawing/2014/main" id="{9344CBD5-DA19-5699-5BD0-2BB543D0286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356343" y="4734945"/>
                <a:ext cx="31716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7" name="Tinta 46">
                <a:extLst>
                  <a:ext uri="{FF2B5EF4-FFF2-40B4-BE49-F238E27FC236}">
                    <a16:creationId xmlns:a16="http://schemas.microsoft.com/office/drawing/2014/main" id="{2F5F32EF-4423-43EF-2BD7-092264633715}"/>
                  </a:ext>
                </a:extLst>
              </p14:cNvPr>
              <p14:cNvContentPartPr/>
              <p14:nvPr/>
            </p14:nvContentPartPr>
            <p14:xfrm>
              <a:off x="7541063" y="3339945"/>
              <a:ext cx="370080" cy="200160"/>
            </p14:xfrm>
          </p:contentPart>
        </mc:Choice>
        <mc:Fallback>
          <p:pic>
            <p:nvPicPr>
              <p:cNvPr id="47" name="Tinta 46">
                <a:extLst>
                  <a:ext uri="{FF2B5EF4-FFF2-40B4-BE49-F238E27FC236}">
                    <a16:creationId xmlns:a16="http://schemas.microsoft.com/office/drawing/2014/main" id="{2F5F32EF-4423-43EF-2BD7-09226463371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34943" y="3333825"/>
                <a:ext cx="38232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48" name="Tinta 47">
                <a:extLst>
                  <a:ext uri="{FF2B5EF4-FFF2-40B4-BE49-F238E27FC236}">
                    <a16:creationId xmlns:a16="http://schemas.microsoft.com/office/drawing/2014/main" id="{DC4D2DAD-2BC0-5DAD-B1D7-41DE64FD7431}"/>
                  </a:ext>
                </a:extLst>
              </p14:cNvPr>
              <p14:cNvContentPartPr/>
              <p14:nvPr/>
            </p14:nvContentPartPr>
            <p14:xfrm>
              <a:off x="2190383" y="1016865"/>
              <a:ext cx="355320" cy="151200"/>
            </p14:xfrm>
          </p:contentPart>
        </mc:Choice>
        <mc:Fallback>
          <p:pic>
            <p:nvPicPr>
              <p:cNvPr id="48" name="Tinta 47">
                <a:extLst>
                  <a:ext uri="{FF2B5EF4-FFF2-40B4-BE49-F238E27FC236}">
                    <a16:creationId xmlns:a16="http://schemas.microsoft.com/office/drawing/2014/main" id="{DC4D2DAD-2BC0-5DAD-B1D7-41DE64FD743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184263" y="1010745"/>
                <a:ext cx="36756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49" name="Tinta 48">
                <a:extLst>
                  <a:ext uri="{FF2B5EF4-FFF2-40B4-BE49-F238E27FC236}">
                    <a16:creationId xmlns:a16="http://schemas.microsoft.com/office/drawing/2014/main" id="{380A76EC-3E4D-5969-7934-BBED6D18AD6E}"/>
                  </a:ext>
                </a:extLst>
              </p14:cNvPr>
              <p14:cNvContentPartPr/>
              <p14:nvPr/>
            </p14:nvContentPartPr>
            <p14:xfrm>
              <a:off x="7468703" y="3569625"/>
              <a:ext cx="392400" cy="214560"/>
            </p14:xfrm>
          </p:contentPart>
        </mc:Choice>
        <mc:Fallback>
          <p:pic>
            <p:nvPicPr>
              <p:cNvPr id="49" name="Tinta 48">
                <a:extLst>
                  <a:ext uri="{FF2B5EF4-FFF2-40B4-BE49-F238E27FC236}">
                    <a16:creationId xmlns:a16="http://schemas.microsoft.com/office/drawing/2014/main" id="{380A76EC-3E4D-5969-7934-BBED6D18AD6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462583" y="3563505"/>
                <a:ext cx="40464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50" name="Tinta 49">
                <a:extLst>
                  <a:ext uri="{FF2B5EF4-FFF2-40B4-BE49-F238E27FC236}">
                    <a16:creationId xmlns:a16="http://schemas.microsoft.com/office/drawing/2014/main" id="{01944BC1-880E-3DFA-FB69-D537DA0A4762}"/>
                  </a:ext>
                </a:extLst>
              </p14:cNvPr>
              <p14:cNvContentPartPr/>
              <p14:nvPr/>
            </p14:nvContentPartPr>
            <p14:xfrm>
              <a:off x="1810223" y="5758785"/>
              <a:ext cx="362880" cy="171360"/>
            </p14:xfrm>
          </p:contentPart>
        </mc:Choice>
        <mc:Fallback>
          <p:pic>
            <p:nvPicPr>
              <p:cNvPr id="50" name="Tinta 49">
                <a:extLst>
                  <a:ext uri="{FF2B5EF4-FFF2-40B4-BE49-F238E27FC236}">
                    <a16:creationId xmlns:a16="http://schemas.microsoft.com/office/drawing/2014/main" id="{01944BC1-880E-3DFA-FB69-D537DA0A476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804103" y="5752665"/>
                <a:ext cx="375120" cy="18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Agrupar 52">
            <a:extLst>
              <a:ext uri="{FF2B5EF4-FFF2-40B4-BE49-F238E27FC236}">
                <a16:creationId xmlns:a16="http://schemas.microsoft.com/office/drawing/2014/main" id="{772AEF43-5D55-CC26-E218-46CE37385F37}"/>
              </a:ext>
            </a:extLst>
          </p:cNvPr>
          <p:cNvGrpSpPr/>
          <p:nvPr/>
        </p:nvGrpSpPr>
        <p:grpSpPr>
          <a:xfrm>
            <a:off x="1638143" y="4339305"/>
            <a:ext cx="482760" cy="368640"/>
            <a:chOff x="1638143" y="4339305"/>
            <a:chExt cx="48276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Tinta 50">
                  <a:extLst>
                    <a:ext uri="{FF2B5EF4-FFF2-40B4-BE49-F238E27FC236}">
                      <a16:creationId xmlns:a16="http://schemas.microsoft.com/office/drawing/2014/main" id="{E7BCCA97-1222-FF9C-9E91-90241230B802}"/>
                    </a:ext>
                  </a:extLst>
                </p14:cNvPr>
                <p14:cNvContentPartPr/>
                <p14:nvPr/>
              </p14:nvContentPartPr>
              <p14:xfrm>
                <a:off x="1638143" y="4339305"/>
                <a:ext cx="437400" cy="123840"/>
              </p14:xfrm>
            </p:contentPart>
          </mc:Choice>
          <mc:Fallback>
            <p:pic>
              <p:nvPicPr>
                <p:cNvPr id="51" name="Tinta 50">
                  <a:extLst>
                    <a:ext uri="{FF2B5EF4-FFF2-40B4-BE49-F238E27FC236}">
                      <a16:creationId xmlns:a16="http://schemas.microsoft.com/office/drawing/2014/main" id="{E7BCCA97-1222-FF9C-9E91-90241230B80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32023" y="4333185"/>
                  <a:ext cx="449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Tinta 51">
                  <a:extLst>
                    <a:ext uri="{FF2B5EF4-FFF2-40B4-BE49-F238E27FC236}">
                      <a16:creationId xmlns:a16="http://schemas.microsoft.com/office/drawing/2014/main" id="{49D13696-0D18-6482-5A9D-A598FF6683BB}"/>
                    </a:ext>
                  </a:extLst>
                </p14:cNvPr>
                <p14:cNvContentPartPr/>
                <p14:nvPr/>
              </p14:nvContentPartPr>
              <p14:xfrm>
                <a:off x="1683863" y="4547745"/>
                <a:ext cx="437040" cy="160200"/>
              </p14:xfrm>
            </p:contentPart>
          </mc:Choice>
          <mc:Fallback>
            <p:pic>
              <p:nvPicPr>
                <p:cNvPr id="52" name="Tinta 51">
                  <a:extLst>
                    <a:ext uri="{FF2B5EF4-FFF2-40B4-BE49-F238E27FC236}">
                      <a16:creationId xmlns:a16="http://schemas.microsoft.com/office/drawing/2014/main" id="{49D13696-0D18-6482-5A9D-A598FF6683B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77743" y="4541625"/>
                  <a:ext cx="4492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Agrupar 55">
            <a:extLst>
              <a:ext uri="{FF2B5EF4-FFF2-40B4-BE49-F238E27FC236}">
                <a16:creationId xmlns:a16="http://schemas.microsoft.com/office/drawing/2014/main" id="{6E36812B-93F4-1700-20B8-20A0EAFCA12E}"/>
              </a:ext>
            </a:extLst>
          </p:cNvPr>
          <p:cNvGrpSpPr/>
          <p:nvPr/>
        </p:nvGrpSpPr>
        <p:grpSpPr>
          <a:xfrm>
            <a:off x="1719503" y="5344065"/>
            <a:ext cx="663480" cy="368640"/>
            <a:chOff x="1719503" y="5344065"/>
            <a:chExt cx="663480" cy="36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4" name="Tinta 53">
                  <a:extLst>
                    <a:ext uri="{FF2B5EF4-FFF2-40B4-BE49-F238E27FC236}">
                      <a16:creationId xmlns:a16="http://schemas.microsoft.com/office/drawing/2014/main" id="{68955C7C-97DB-2AF9-43F8-398322BC7CD6}"/>
                    </a:ext>
                  </a:extLst>
                </p14:cNvPr>
                <p14:cNvContentPartPr/>
                <p14:nvPr/>
              </p14:nvContentPartPr>
              <p14:xfrm>
                <a:off x="1927943" y="5344065"/>
                <a:ext cx="455040" cy="160200"/>
              </p14:xfrm>
            </p:contentPart>
          </mc:Choice>
          <mc:Fallback>
            <p:pic>
              <p:nvPicPr>
                <p:cNvPr id="54" name="Tinta 53">
                  <a:extLst>
                    <a:ext uri="{FF2B5EF4-FFF2-40B4-BE49-F238E27FC236}">
                      <a16:creationId xmlns:a16="http://schemas.microsoft.com/office/drawing/2014/main" id="{68955C7C-97DB-2AF9-43F8-398322BC7CD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21823" y="5337945"/>
                  <a:ext cx="4672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5" name="Tinta 54">
                  <a:extLst>
                    <a:ext uri="{FF2B5EF4-FFF2-40B4-BE49-F238E27FC236}">
                      <a16:creationId xmlns:a16="http://schemas.microsoft.com/office/drawing/2014/main" id="{B9F15707-E158-41B5-9DEC-A8B82374B4D3}"/>
                    </a:ext>
                  </a:extLst>
                </p14:cNvPr>
                <p14:cNvContentPartPr/>
                <p14:nvPr/>
              </p14:nvContentPartPr>
              <p14:xfrm>
                <a:off x="1719503" y="5496345"/>
                <a:ext cx="426240" cy="216360"/>
              </p14:xfrm>
            </p:contentPart>
          </mc:Choice>
          <mc:Fallback>
            <p:pic>
              <p:nvPicPr>
                <p:cNvPr id="55" name="Tinta 54">
                  <a:extLst>
                    <a:ext uri="{FF2B5EF4-FFF2-40B4-BE49-F238E27FC236}">
                      <a16:creationId xmlns:a16="http://schemas.microsoft.com/office/drawing/2014/main" id="{B9F15707-E158-41B5-9DEC-A8B82374B4D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13383" y="5490225"/>
                  <a:ext cx="43848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53445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3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Paulo Ortiz</dc:creator>
  <cp:lastModifiedBy>Paulo Ortiz</cp:lastModifiedBy>
  <cp:revision>4</cp:revision>
  <dcterms:created xsi:type="dcterms:W3CDTF">2025-11-23T01:26:34Z</dcterms:created>
  <dcterms:modified xsi:type="dcterms:W3CDTF">2025-11-23T05:20:54Z</dcterms:modified>
</cp:coreProperties>
</file>