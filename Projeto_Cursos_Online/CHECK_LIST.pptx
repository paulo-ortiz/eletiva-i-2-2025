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1:28:33.3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0 545 24575,'1'-4'0,"0"0"0,0-1 0,0 1 0,1 0 0,-1 0 0,1 0 0,0 0 0,0 0 0,0 1 0,0-1 0,1 0 0,0 1 0,0 0 0,0-1 0,0 1 0,0 1 0,0-1 0,7-4 0,2-2 0,1 1 0,1 0 0,26-11 0,66-21 0,163-40 0,-212 66 0,-19 3 0,45-5 0,-44 9 0,64-20 0,18-4 0,72-14 0,-114 26 0,13-2 0,-31 8 0,0-2 0,77-32 0,-30 12-1365,-92 28-5461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1:28:35.6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1 474 24575,'2'-4'0,"0"0"0,0 1 0,0-1 0,1 1 0,0 0 0,0 0 0,0 0 0,0 0 0,0 0 0,0 1 0,1 0 0,0-1 0,5-2 0,6-5 0,5-3 0,0 0 0,1 2 0,0 0 0,1 2 0,45-14 0,28-13 0,68-25 0,-111 45 0,0-3 0,59-32 0,-38 11-455,2 4 0,112-39 0,-170 70-6371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1:28:40.8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0 278 24575,'17'-1'0,"0"-2"0,0 0 0,-1-1 0,0-1 0,0 0 0,21-10 0,30-10 0,12 6 0,-42 11 0,39-14 0,-43 10 0,2 2 0,56-10 0,35-4 0,-74 13 0,22-3 0,-55 12 0,-1-1 0,0-1 0,0-1 0,22-8 0,47-12 0,-37 15 38,27-3-1441,-57 12-5423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1:28:42.4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1 414 24575,'11'-8'0,"0"0"0,1 1 0,1 0 0,-1 1 0,15-6 0,-10 5 0,104-37 0,8-3 0,-61 19 0,1 2 0,94-21 0,-61 11 0,-79 27 0,0 0 0,0 2 0,0 1 0,35-6 0,118-15 0,-152 23 0,0-2 0,33-11 0,16-4 0,-54 15-1365,-4 0-5461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1:28:47.4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0 313 24575,'53'-19'0,"87"-19"0,-5 1 0,-58 23 0,148-33 0,77-45 0,-270 82 7,45-19-1,-33 11-1384,-24 10-5448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1:28:46.0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1 324 24575,'11'-2'0,"1"0"0,-1 0 0,0-1 0,1 0 0,-1-1 0,-1 0 0,21-12 0,35-12 0,413-127 0,-247 74 0,-178 62-1365,-37 15-5461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1:28:48.6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1 426 24575,'0'-2'0,"0"0"0,1 1 0,-1-1 0,1 0 0,-1 0 0,1 1 0,0-1 0,0 0 0,-1 1 0,1-1 0,0 1 0,1-1 0,-1 1 0,0-1 0,0 1 0,1 0 0,-1 0 0,0 0 0,1 0 0,-1 0 0,1 0 0,0 0 0,-1 0 0,4-1 0,49-14 0,-39 13 0,172-34 0,-163 33 0,14-3 0,69-21 0,-76 19 0,45-6 0,29-8 0,65-19 0,-4 2 0,-118 28 2,0 2 0,77-7-1,-14 3-108,-26-3-134,-53 10 151,-1 1 0,58-4 1,-52 7 188,-1-1 0,58-14 0,-59 10 6,0 1 0,70-3 0,-104 10-105,5 0 0,0 0 0,1 0 0,-1-1 0,0 1 0,0-1 0,1-1 0,-1 1 0,8-4 0,-15 5-20,1 0 1,0 0-1,0 0 0,0 0 0,-1 0 1,1 0-1,0 0 0,0 0 0,0-1 0,0 1 1,-1 0-1,1 0 0,0 0 0,0 0 0,0 0 1,0 0-1,0-1 0,-1 1 0,1 0 1,0 0-1,0 0 0,0-1 0,0 1 0,0 0 1,0 0-1,0 0 0,0 0 0,0-1 0,0 1 1,0 0-1,0 0 0,0 0 0,0-1 1,0 1-1,0 0 0,0 0 0,0-1 0,0 1 1,0 0-1,0 0 0,0 0 0,0 0 0,0-1 1,0 1-1,0 0 0,0 0 0,0 0 0,1-1 1,-1 1-1,0 0 0,0 0 0,0 0 1,0 0-1,0 0 0,1 0 0,-1-1 0,0 1 1,0 0-1,0 0 0,1 0 0,-1 0 0,0 0 1,0 0-1,0 0 0,1 0 0,-1 0 1,0 0-1,0 0 0,-9-3-6806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1:28:50.3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1 361 24575,'25'-2'0,"1"-1"0,-1-1 0,1-1 0,-1-2 0,33-12 0,-19 6 0,42-9 0,-34 14 0,17-4 0,92-28 0,-123 30 0,1 2 0,36-4 0,-39 7 0,-1 0 0,1-2 0,30-12 0,211-72 0,-206 71 24,-47 15-371,0-1 0,0 0-1,34-17 1,-41 14-6479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1:28:52.0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1 412 24575,'10'-2'0,"1"1"0,-1-1 0,0-1 0,1 0 0,-1 0 0,-1-1 0,11-5 0,41-14 0,-54 21 0,46-9 0,1-3 0,98-40 0,-130 45 0,2 0 0,-1 2 0,26-4 0,-23 5 0,-1 0 0,38-16 0,-54 18 0,211-85 0,-33 14 0,-102 42-1365,-69 24-5461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1:28:53.4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1 379 24575,'0'-4'0,"1"1"0,0-1 0,0 1 0,1-1 0,-1 1 0,1 0 0,-1 0 0,1 0 0,0 0 0,0 0 0,1 0 0,-1 0 0,0 1 0,1-1 0,3-2 0,44-32 0,-25 23 0,0 1 0,1 2 0,0 0 0,1 2 0,0 1 0,0 1 0,1 2 0,37-4 0,60-13 18,63-8-735,242-21 717,-229 29 0,-99 8 0,124 1 0,-134 14 0,136-16 0,-6-16 0,-178 26-783,-24 4-5926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3T01:29:05.48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78,'7'-4,"0"0,1 0,-1 1,1 0,0 0,0 1,0 0,0 1,0-1,0 1,12 1,25-6,20-8,0 3,1 3,93 1,50 5,145 5,-253 9,-59-6,58 1,-76-6,1 2,29 6,-27-4,44 2,-31-6,-22-2,1 1,-1 1,1 0,-1 2,1 0,-1 1,20 8,-26-8,0 1,1-1,-1-1,1 0,0-1,0 0,0-1,0-1,0 0,0-1,0 0,0-1,-1 0,14-4,14-1,0 1,0 3,1 1,66 6,-7-2,-100-2,34 1,-1-2,1-1,50-11,-45 7,0 2,0 1,0 2,40 4,3-1,-61-2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3T01:29:08.4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1 132,'0'-1,"1"-1,0 1,0-1,0 0,0 1,0 0,0-1,0 1,0 0,0-1,1 1,-1 0,1 0,-1 0,1 0,-1 0,3-1,30-13,-2 6,1 1,-1 1,61-3,101 7,-106 4,-58-2,54-10,-53 5,51-1,-61 6,8 2,1-2,-1-1,48-10,-35 5,0 2,1 2,-1 1,55 6,4-1,377-3,-451 3,1 1,-1 2,0 1,0 0,-1 2,42 21,-64-28,13 5,1-1,0 0,0-2,0 0,1-1,-1 0,1-2,28-1,79-1,-104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1:29:26.5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26 24575,'53'-20'0,"-44"18"0,0 1 0,0 0 0,0 0 0,0 1 0,0 0 0,0 0 0,0 1 0,14 3 0,-20-3 0,0 0 0,0 0 0,0 0 0,0 1 0,0-1 0,0 1 0,-1 0 0,1 0 0,0 0 0,-1 0 0,0 0 0,1 1 0,-1-1 0,0 0 0,0 1 0,-1 0 0,1 0 0,0-1 0,-1 1 0,0 0 0,0 0 0,0 0 0,0 0 0,0 1 0,0-1 0,-1 0 0,1 4 0,0 7 0,-1 0 0,0 0 0,-1 1 0,0-1 0,-1 0 0,-6 20 0,-32 81 0,27-83 0,1 0 0,-11 54 0,22-82-59,1 4-41,-1-1-1,-1 1 1,1 0-1,-1-1 1,-1 1-1,1-1 1,-1 0-1,0 0 1,-1 0-1,0 0 1,0 0-1,-8 9 1,-1-7-6726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1:29:27.5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 11 24575,'-5'0'0,"0"-4"0,-5-2 0,0 5 0,6 2 0,-1 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1:29:29.5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 24575,'38'-1'0,"-21"0"0,0 1 0,0 0 0,0 1 0,0 0 0,25 7 0,-38-7 0,0 0 0,-1 0 0,0 1 0,1-1 0,-1 1 0,0 0 0,0 0 0,0 0 0,0 1 0,0-1 0,-1 1 0,1-1 0,-1 1 0,1 0 0,-1 0 0,0 0 0,0 0 0,0 0 0,-1 1 0,1-1 0,-1 0 0,0 1 0,0-1 0,0 1 0,0 0 0,0-1 0,-1 1 0,0-1 0,0 1 0,0 7 0,-1-7 0,1 0 0,-1 1 0,0-1 0,0 0 0,0 0 0,0 0 0,-1 0 0,0 0 0,0-1 0,0 1 0,0-1 0,-4 6 0,-40 38 0,16-17 0,-2 5 0,-27 41 0,49-63-1365,-1-2-5461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1:29:30.3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24575,'5'0'0,"0"4"0,5 2 0,-5-1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8A458F-52FA-F0AD-5BFF-1EEBA4EFED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96896B6-9207-C928-A67E-3401F07E4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0EE9D0-B976-07CA-BF56-9D5E280C2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2FE3E-CC60-46F8-9452-A1451A3A6641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70DB42-3116-3351-2CBA-0C5225106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6D6A38-3D6B-8AFB-76EC-73DFEE432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06BB3-C544-43C7-8A7B-A0D994EE8B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1628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23A820-202D-CBD9-08BA-ADD6FD2F7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1ABA89-8224-3FFD-6256-51EFEA7B0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499674-23DF-DD1C-9753-D8E0255CB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2FE3E-CC60-46F8-9452-A1451A3A6641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B092CC-6FEF-2FA0-6D82-172126484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A86E59-ED21-D66A-CAA3-61DD273FC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06BB3-C544-43C7-8A7B-A0D994EE8B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078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49D6B0-1432-F83A-7442-0AF7D2A5E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4E80278-D871-3BEF-F92F-4C1E853C59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E5F524B-3B88-B4AB-C6E9-A1F0B4D20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2FE3E-CC60-46F8-9452-A1451A3A6641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F0AB0A-EB2C-34FB-574F-8E08D3A30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7A7FD60-406E-2BB5-93A5-FE8650C67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06BB3-C544-43C7-8A7B-A0D994EE8B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5225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16DE3-BA45-1B37-219A-29D1D9B01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091BDB-2DAD-16F0-9BEA-44A1489038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C519ABE-4C6C-9F2D-4C97-FDC0E47C58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978B5B9-AAED-5696-CD50-F3E558804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2FE3E-CC60-46F8-9452-A1451A3A6641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814BCA5-B055-BC95-098C-A33986076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5050D0A-5F6A-29A4-9344-096CF4B1D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06BB3-C544-43C7-8A7B-A0D994EE8B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1747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4B18B6-1CC9-0BAC-84E4-D18FE5F2E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10A3382-98AF-0E92-A529-3414C17D4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1CDDAEE-1E07-9379-B0C2-750D1DD99E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CAAFDDE-6F4C-DF3D-7F61-B696868AB6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4738E03-3347-AAFC-7644-7C1BD6F7BE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066624E-FA8F-B9C0-FFF1-2F1E26DC1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2FE3E-CC60-46F8-9452-A1451A3A6641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28895F1-7890-9215-86CB-ADAA888ED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32CC51B-048C-8963-C3CD-4BA040FE2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06BB3-C544-43C7-8A7B-A0D994EE8B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8180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7D82B8-6069-EB62-F0C1-4090F73C7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3C6BA82-4368-CF99-365D-64434EE0E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2FE3E-CC60-46F8-9452-A1451A3A6641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220766F-AB58-1E05-C95B-C50F48BCA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6889251-0A80-5E01-AA01-617B27AF8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06BB3-C544-43C7-8A7B-A0D994EE8B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3386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40A44CB-301E-6899-D688-219B2E784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2FE3E-CC60-46F8-9452-A1451A3A6641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2CBF1E8-6042-0ECC-3954-D4FA2CF0C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7829E7B-2641-5E7A-992C-D6F6DC96C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06BB3-C544-43C7-8A7B-A0D994EE8B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8685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530456-81FE-E67C-EB9A-AA035F233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C43F46-2AC1-A6EC-EB9A-FA0A80CC6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8056A0B-8F9D-8BDB-01B4-F012BCEE77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EC3D8F5-EA3E-87B1-7C96-AA389829A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2FE3E-CC60-46F8-9452-A1451A3A6641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EF1BAE-2E79-DC43-A001-F5EF2BA30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D813A0C-F13D-798D-2E18-617A7C20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06BB3-C544-43C7-8A7B-A0D994EE8B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8186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E7DE9E-7897-DDE4-EC41-EF82916CE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7F3B078-B70F-530F-30EB-64BE9049B1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5373FCB-6229-2F5B-A29F-372DE9F7B6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50C8B54-C316-8739-60CB-FDE71C4B7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2FE3E-CC60-46F8-9452-A1451A3A6641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91CE1CB-7C5D-D229-6F1E-95BF34BE7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E55A044-3805-854B-F77A-B1E12B59C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06BB3-C544-43C7-8A7B-A0D994EE8B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6449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21D354-CA4F-CE5E-1779-AC128621C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6DA9182-3085-E392-C725-B3CE8933EE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3B6BC1-AE9F-6548-0FC5-A69B19949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2FE3E-CC60-46F8-9452-A1451A3A6641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90CF5B-E70F-99F2-7FB2-0CF59053D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C5C3A2-F7E1-69BB-34A4-A9EAAAC25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06BB3-C544-43C7-8A7B-A0D994EE8B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7034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0EDFDC1-2663-84F5-CC08-278B5FB32A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F2B4D8E-E3E5-14FC-DAA1-61068DD7C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2247B4-092D-E945-5CF2-A87CC8276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2FE3E-CC60-46F8-9452-A1451A3A6641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1586C4-8EEB-9B78-309E-A1F68D1AA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53E0D5-14F6-50F2-D1B4-527D22B9B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06BB3-C544-43C7-8A7B-A0D994EE8B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5044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1A88775-5D58-C24A-5C21-4DE20BC35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874B8FA-8629-FACE-C04A-F306F6141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373ED8-69BA-D9C7-0095-D73B3AE478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62FE3E-CC60-46F8-9452-A1451A3A6641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FDD37E-2016-D473-E52F-48C72EE5B3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E6465D3-5E7B-5935-B01F-4E56DD5ECA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406BB3-C544-43C7-8A7B-A0D994EE8B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9060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" Type="http://schemas.openxmlformats.org/officeDocument/2006/relationships/image" Target="../media/image2.png"/><Relationship Id="rId21" Type="http://schemas.openxmlformats.org/officeDocument/2006/relationships/image" Target="../media/image11.png"/><Relationship Id="rId34" Type="http://schemas.openxmlformats.org/officeDocument/2006/relationships/customXml" Target="../ink/ink16.xml"/><Relationship Id="rId7" Type="http://schemas.openxmlformats.org/officeDocument/2006/relationships/image" Target="../media/image4.png"/><Relationship Id="rId12" Type="http://schemas.openxmlformats.org/officeDocument/2006/relationships/customXml" Target="../ink/ink5.xml"/><Relationship Id="rId17" Type="http://schemas.openxmlformats.org/officeDocument/2006/relationships/image" Target="../media/image9.png"/><Relationship Id="rId25" Type="http://schemas.openxmlformats.org/officeDocument/2006/relationships/image" Target="../media/image13.png"/><Relationship Id="rId33" Type="http://schemas.openxmlformats.org/officeDocument/2006/relationships/image" Target="../media/image17.png"/><Relationship Id="rId2" Type="http://schemas.openxmlformats.org/officeDocument/2006/relationships/image" Target="../media/image1.png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29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image" Target="../media/image6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23" Type="http://schemas.openxmlformats.org/officeDocument/2006/relationships/image" Target="../media/image12.png"/><Relationship Id="rId28" Type="http://schemas.openxmlformats.org/officeDocument/2006/relationships/customXml" Target="../ink/ink13.xml"/><Relationship Id="rId10" Type="http://schemas.openxmlformats.org/officeDocument/2006/relationships/customXml" Target="../ink/ink4.xml"/><Relationship Id="rId19" Type="http://schemas.openxmlformats.org/officeDocument/2006/relationships/image" Target="../media/image10.png"/><Relationship Id="rId31" Type="http://schemas.openxmlformats.org/officeDocument/2006/relationships/image" Target="../media/image16.png"/><Relationship Id="rId4" Type="http://schemas.openxmlformats.org/officeDocument/2006/relationships/customXml" Target="../ink/ink1.xml"/><Relationship Id="rId9" Type="http://schemas.openxmlformats.org/officeDocument/2006/relationships/image" Target="../media/image5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4.png"/><Relationship Id="rId30" Type="http://schemas.openxmlformats.org/officeDocument/2006/relationships/customXml" Target="../ink/ink14.xml"/><Relationship Id="rId35" Type="http://schemas.openxmlformats.org/officeDocument/2006/relationships/image" Target="../media/image18.png"/><Relationship Id="rId8" Type="http://schemas.openxmlformats.org/officeDocument/2006/relationships/customXml" Target="../ink/ink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D973DE7-CD58-9988-1CDC-2E6D2E935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1123950"/>
            <a:ext cx="3105150" cy="36195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83FF7B5-21BD-622D-4015-BF06981A9255}"/>
              </a:ext>
            </a:extLst>
          </p:cNvPr>
          <p:cNvSpPr txBox="1"/>
          <p:nvPr/>
        </p:nvSpPr>
        <p:spPr>
          <a:xfrm>
            <a:off x="390525" y="438150"/>
            <a:ext cx="3629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MEU PROJETO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5C29981-DB52-6AFF-D50B-0A250A85E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4381" y="1123950"/>
            <a:ext cx="3152775" cy="338137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3600BF0B-AD7D-A6F4-00A9-FBB89B0B5B13}"/>
              </a:ext>
            </a:extLst>
          </p:cNvPr>
          <p:cNvSpPr txBox="1"/>
          <p:nvPr/>
        </p:nvSpPr>
        <p:spPr>
          <a:xfrm>
            <a:off x="5766255" y="438150"/>
            <a:ext cx="3629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REFERÊNCIA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1" name="Tinta 10">
                <a:extLst>
                  <a:ext uri="{FF2B5EF4-FFF2-40B4-BE49-F238E27FC236}">
                    <a16:creationId xmlns:a16="http://schemas.microsoft.com/office/drawing/2014/main" id="{52A0EE0B-9627-470C-0759-618BCA9273ED}"/>
                  </a:ext>
                </a:extLst>
              </p14:cNvPr>
              <p14:cNvContentPartPr/>
              <p14:nvPr/>
            </p14:nvContentPartPr>
            <p14:xfrm>
              <a:off x="1792223" y="2148345"/>
              <a:ext cx="609120" cy="196560"/>
            </p14:xfrm>
          </p:contentPart>
        </mc:Choice>
        <mc:Fallback>
          <p:pic>
            <p:nvPicPr>
              <p:cNvPr id="11" name="Tinta 10">
                <a:extLst>
                  <a:ext uri="{FF2B5EF4-FFF2-40B4-BE49-F238E27FC236}">
                    <a16:creationId xmlns:a16="http://schemas.microsoft.com/office/drawing/2014/main" id="{52A0EE0B-9627-470C-0759-618BCA9273E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86103" y="2142225"/>
                <a:ext cx="62136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Tinta 11">
                <a:extLst>
                  <a:ext uri="{FF2B5EF4-FFF2-40B4-BE49-F238E27FC236}">
                    <a16:creationId xmlns:a16="http://schemas.microsoft.com/office/drawing/2014/main" id="{218FD09B-DC8D-FC47-9CA3-6F4FC0251CAA}"/>
                  </a:ext>
                </a:extLst>
              </p14:cNvPr>
              <p14:cNvContentPartPr/>
              <p14:nvPr/>
            </p14:nvContentPartPr>
            <p14:xfrm>
              <a:off x="7197263" y="1721385"/>
              <a:ext cx="381240" cy="171000"/>
            </p14:xfrm>
          </p:contentPart>
        </mc:Choice>
        <mc:Fallback>
          <p:pic>
            <p:nvPicPr>
              <p:cNvPr id="12" name="Tinta 11">
                <a:extLst>
                  <a:ext uri="{FF2B5EF4-FFF2-40B4-BE49-F238E27FC236}">
                    <a16:creationId xmlns:a16="http://schemas.microsoft.com/office/drawing/2014/main" id="{218FD09B-DC8D-FC47-9CA3-6F4FC0251CA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91143" y="1715265"/>
                <a:ext cx="39348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3" name="Tinta 12">
                <a:extLst>
                  <a:ext uri="{FF2B5EF4-FFF2-40B4-BE49-F238E27FC236}">
                    <a16:creationId xmlns:a16="http://schemas.microsoft.com/office/drawing/2014/main" id="{62AB352C-E251-1E5C-5F0B-FF37DA82F919}"/>
                  </a:ext>
                </a:extLst>
              </p14:cNvPr>
              <p14:cNvContentPartPr/>
              <p14:nvPr/>
            </p14:nvContentPartPr>
            <p14:xfrm>
              <a:off x="1765223" y="2851065"/>
              <a:ext cx="415440" cy="100080"/>
            </p14:xfrm>
          </p:contentPart>
        </mc:Choice>
        <mc:Fallback>
          <p:pic>
            <p:nvPicPr>
              <p:cNvPr id="13" name="Tinta 12">
                <a:extLst>
                  <a:ext uri="{FF2B5EF4-FFF2-40B4-BE49-F238E27FC236}">
                    <a16:creationId xmlns:a16="http://schemas.microsoft.com/office/drawing/2014/main" id="{62AB352C-E251-1E5C-5F0B-FF37DA82F91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59103" y="2844945"/>
                <a:ext cx="42768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4" name="Tinta 13">
                <a:extLst>
                  <a:ext uri="{FF2B5EF4-FFF2-40B4-BE49-F238E27FC236}">
                    <a16:creationId xmlns:a16="http://schemas.microsoft.com/office/drawing/2014/main" id="{399F798F-8CE5-B442-073F-BC0BB16E7CC6}"/>
                  </a:ext>
                </a:extLst>
              </p14:cNvPr>
              <p14:cNvContentPartPr/>
              <p14:nvPr/>
            </p14:nvContentPartPr>
            <p14:xfrm>
              <a:off x="7197263" y="2195505"/>
              <a:ext cx="466200" cy="149400"/>
            </p14:xfrm>
          </p:contentPart>
        </mc:Choice>
        <mc:Fallback>
          <p:pic>
            <p:nvPicPr>
              <p:cNvPr id="14" name="Tinta 13">
                <a:extLst>
                  <a:ext uri="{FF2B5EF4-FFF2-40B4-BE49-F238E27FC236}">
                    <a16:creationId xmlns:a16="http://schemas.microsoft.com/office/drawing/2014/main" id="{399F798F-8CE5-B442-073F-BC0BB16E7CC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191143" y="2189385"/>
                <a:ext cx="47844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6" name="Tinta 15">
                <a:extLst>
                  <a:ext uri="{FF2B5EF4-FFF2-40B4-BE49-F238E27FC236}">
                    <a16:creationId xmlns:a16="http://schemas.microsoft.com/office/drawing/2014/main" id="{B301784F-86C1-2982-499E-8BCA2EB9F195}"/>
                  </a:ext>
                </a:extLst>
              </p14:cNvPr>
              <p14:cNvContentPartPr/>
              <p14:nvPr/>
            </p14:nvContentPartPr>
            <p14:xfrm>
              <a:off x="7025183" y="3046545"/>
              <a:ext cx="397800" cy="113040"/>
            </p14:xfrm>
          </p:contentPart>
        </mc:Choice>
        <mc:Fallback>
          <p:pic>
            <p:nvPicPr>
              <p:cNvPr id="16" name="Tinta 15">
                <a:extLst>
                  <a:ext uri="{FF2B5EF4-FFF2-40B4-BE49-F238E27FC236}">
                    <a16:creationId xmlns:a16="http://schemas.microsoft.com/office/drawing/2014/main" id="{B301784F-86C1-2982-499E-8BCA2EB9F19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019063" y="3040425"/>
                <a:ext cx="410040" cy="12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Agrupar 17">
            <a:extLst>
              <a:ext uri="{FF2B5EF4-FFF2-40B4-BE49-F238E27FC236}">
                <a16:creationId xmlns:a16="http://schemas.microsoft.com/office/drawing/2014/main" id="{E58A02BD-C652-C318-6F0E-C7795DF2D996}"/>
              </a:ext>
            </a:extLst>
          </p:cNvPr>
          <p:cNvGrpSpPr/>
          <p:nvPr/>
        </p:nvGrpSpPr>
        <p:grpSpPr>
          <a:xfrm>
            <a:off x="1611143" y="3468465"/>
            <a:ext cx="739800" cy="315720"/>
            <a:chOff x="1611143" y="3468465"/>
            <a:chExt cx="739800" cy="31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CF8514DC-546D-AA4B-078A-C192D1AF47BE}"/>
                    </a:ext>
                  </a:extLst>
                </p14:cNvPr>
                <p14:cNvContentPartPr/>
                <p14:nvPr/>
              </p14:nvContentPartPr>
              <p14:xfrm>
                <a:off x="1611143" y="3468465"/>
                <a:ext cx="344880" cy="116640"/>
              </p14:xfrm>
            </p:contentPart>
          </mc:Choice>
          <mc:Fallback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CF8514DC-546D-AA4B-078A-C192D1AF47B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05023" y="3462345"/>
                  <a:ext cx="3571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64769AA5-ABAF-1BAE-B049-CB570395D445}"/>
                    </a:ext>
                  </a:extLst>
                </p14:cNvPr>
                <p14:cNvContentPartPr/>
                <p14:nvPr/>
              </p14:nvContentPartPr>
              <p14:xfrm>
                <a:off x="1638143" y="3630825"/>
                <a:ext cx="712800" cy="15336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64769AA5-ABAF-1BAE-B049-CB570395D44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32023" y="3624705"/>
                  <a:ext cx="725040" cy="16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9" name="Tinta 18">
                <a:extLst>
                  <a:ext uri="{FF2B5EF4-FFF2-40B4-BE49-F238E27FC236}">
                    <a16:creationId xmlns:a16="http://schemas.microsoft.com/office/drawing/2014/main" id="{12F38A96-48AF-84AC-A929-DF198032B8EE}"/>
                  </a:ext>
                </a:extLst>
              </p14:cNvPr>
              <p14:cNvContentPartPr/>
              <p14:nvPr/>
            </p14:nvContentPartPr>
            <p14:xfrm>
              <a:off x="7052183" y="3237705"/>
              <a:ext cx="476640" cy="130320"/>
            </p14:xfrm>
          </p:contentPart>
        </mc:Choice>
        <mc:Fallback>
          <p:pic>
            <p:nvPicPr>
              <p:cNvPr id="19" name="Tinta 18">
                <a:extLst>
                  <a:ext uri="{FF2B5EF4-FFF2-40B4-BE49-F238E27FC236}">
                    <a16:creationId xmlns:a16="http://schemas.microsoft.com/office/drawing/2014/main" id="{12F38A96-48AF-84AC-A929-DF198032B8E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046063" y="3231585"/>
                <a:ext cx="48888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0" name="Tinta 19">
                <a:extLst>
                  <a:ext uri="{FF2B5EF4-FFF2-40B4-BE49-F238E27FC236}">
                    <a16:creationId xmlns:a16="http://schemas.microsoft.com/office/drawing/2014/main" id="{39E0C99D-FCE8-8008-45DF-4D8A6BD0A275}"/>
                  </a:ext>
                </a:extLst>
              </p14:cNvPr>
              <p14:cNvContentPartPr/>
              <p14:nvPr/>
            </p14:nvContentPartPr>
            <p14:xfrm>
              <a:off x="1728863" y="3880305"/>
              <a:ext cx="420480" cy="148320"/>
            </p14:xfrm>
          </p:contentPart>
        </mc:Choice>
        <mc:Fallback>
          <p:pic>
            <p:nvPicPr>
              <p:cNvPr id="20" name="Tinta 19">
                <a:extLst>
                  <a:ext uri="{FF2B5EF4-FFF2-40B4-BE49-F238E27FC236}">
                    <a16:creationId xmlns:a16="http://schemas.microsoft.com/office/drawing/2014/main" id="{39E0C99D-FCE8-8008-45DF-4D8A6BD0A27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722743" y="3874185"/>
                <a:ext cx="43272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1" name="Tinta 20">
                <a:extLst>
                  <a:ext uri="{FF2B5EF4-FFF2-40B4-BE49-F238E27FC236}">
                    <a16:creationId xmlns:a16="http://schemas.microsoft.com/office/drawing/2014/main" id="{5CF6DDC9-F19A-6E2C-4FFD-DEEFD5BE98CB}"/>
                  </a:ext>
                </a:extLst>
              </p14:cNvPr>
              <p14:cNvContentPartPr/>
              <p14:nvPr/>
            </p14:nvContentPartPr>
            <p14:xfrm>
              <a:off x="7160903" y="3865185"/>
              <a:ext cx="804960" cy="136440"/>
            </p14:xfrm>
          </p:contentPart>
        </mc:Choice>
        <mc:Fallback>
          <p:pic>
            <p:nvPicPr>
              <p:cNvPr id="21" name="Tinta 20">
                <a:extLst>
                  <a:ext uri="{FF2B5EF4-FFF2-40B4-BE49-F238E27FC236}">
                    <a16:creationId xmlns:a16="http://schemas.microsoft.com/office/drawing/2014/main" id="{5CF6DDC9-F19A-6E2C-4FFD-DEEFD5BE98C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154783" y="3859065"/>
                <a:ext cx="81720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2" name="Tinta 21">
                <a:extLst>
                  <a:ext uri="{FF2B5EF4-FFF2-40B4-BE49-F238E27FC236}">
                    <a16:creationId xmlns:a16="http://schemas.microsoft.com/office/drawing/2014/main" id="{D78B6F9B-0A8E-56A9-0228-9D3D1AD3363F}"/>
                  </a:ext>
                </a:extLst>
              </p14:cNvPr>
              <p14:cNvContentPartPr/>
              <p14:nvPr/>
            </p14:nvContentPartPr>
            <p14:xfrm>
              <a:off x="6183143" y="1610145"/>
              <a:ext cx="1013400" cy="36720"/>
            </p14:xfrm>
          </p:contentPart>
        </mc:Choice>
        <mc:Fallback>
          <p:pic>
            <p:nvPicPr>
              <p:cNvPr id="22" name="Tinta 21">
                <a:extLst>
                  <a:ext uri="{FF2B5EF4-FFF2-40B4-BE49-F238E27FC236}">
                    <a16:creationId xmlns:a16="http://schemas.microsoft.com/office/drawing/2014/main" id="{D78B6F9B-0A8E-56A9-0228-9D3D1AD3363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129143" y="1502505"/>
                <a:ext cx="112104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3" name="Tinta 22">
                <a:extLst>
                  <a:ext uri="{FF2B5EF4-FFF2-40B4-BE49-F238E27FC236}">
                    <a16:creationId xmlns:a16="http://schemas.microsoft.com/office/drawing/2014/main" id="{D8E2C993-B752-A26E-9B5A-3D133DAA7BF7}"/>
                  </a:ext>
                </a:extLst>
              </p14:cNvPr>
              <p14:cNvContentPartPr/>
              <p14:nvPr/>
            </p14:nvContentPartPr>
            <p14:xfrm>
              <a:off x="6201143" y="4397265"/>
              <a:ext cx="850320" cy="47880"/>
            </p14:xfrm>
          </p:contentPart>
        </mc:Choice>
        <mc:Fallback>
          <p:pic>
            <p:nvPicPr>
              <p:cNvPr id="23" name="Tinta 22">
                <a:extLst>
                  <a:ext uri="{FF2B5EF4-FFF2-40B4-BE49-F238E27FC236}">
                    <a16:creationId xmlns:a16="http://schemas.microsoft.com/office/drawing/2014/main" id="{D8E2C993-B752-A26E-9B5A-3D133DAA7BF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147503" y="4289265"/>
                <a:ext cx="957960" cy="263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E19E65C-F990-FFB1-C81B-DE698E0348EE}"/>
              </a:ext>
            </a:extLst>
          </p:cNvPr>
          <p:cNvGrpSpPr/>
          <p:nvPr/>
        </p:nvGrpSpPr>
        <p:grpSpPr>
          <a:xfrm>
            <a:off x="7215263" y="1493505"/>
            <a:ext cx="73800" cy="244800"/>
            <a:chOff x="7215263" y="1493505"/>
            <a:chExt cx="73800" cy="24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8ADF0DFC-A058-D603-4E73-07467F8C2F96}"/>
                    </a:ext>
                  </a:extLst>
                </p14:cNvPr>
                <p14:cNvContentPartPr/>
                <p14:nvPr/>
              </p14:nvContentPartPr>
              <p14:xfrm>
                <a:off x="7215263" y="1493505"/>
                <a:ext cx="73800" cy="20736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8ADF0DFC-A058-D603-4E73-07467F8C2F9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209143" y="1487385"/>
                  <a:ext cx="860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0CF41EB5-C9D9-CDC8-CC3B-1E920BB29FF3}"/>
                    </a:ext>
                  </a:extLst>
                </p14:cNvPr>
                <p14:cNvContentPartPr/>
                <p14:nvPr/>
              </p14:nvContentPartPr>
              <p14:xfrm>
                <a:off x="7237583" y="1733985"/>
                <a:ext cx="14040" cy="4320"/>
              </p14:xfrm>
            </p:contentPart>
          </mc:Choice>
          <mc:Fallback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0CF41EB5-C9D9-CDC8-CC3B-1E920BB29FF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231463" y="1727865"/>
                  <a:ext cx="26280" cy="1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B883280A-F98A-B37D-6116-17A22856E899}"/>
              </a:ext>
            </a:extLst>
          </p:cNvPr>
          <p:cNvGrpSpPr/>
          <p:nvPr/>
        </p:nvGrpSpPr>
        <p:grpSpPr>
          <a:xfrm>
            <a:off x="7115903" y="4298985"/>
            <a:ext cx="82440" cy="169920"/>
            <a:chOff x="7115903" y="4298985"/>
            <a:chExt cx="82440" cy="16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51C412DF-D083-88F2-D60D-461A72612E55}"/>
                    </a:ext>
                  </a:extLst>
                </p14:cNvPr>
                <p14:cNvContentPartPr/>
                <p14:nvPr/>
              </p14:nvContentPartPr>
              <p14:xfrm>
                <a:off x="7115903" y="4298985"/>
                <a:ext cx="82440" cy="13356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51C412DF-D083-88F2-D60D-461A72612E5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109783" y="4292865"/>
                  <a:ext cx="946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04BEBA83-2FD2-388D-7799-FE7AA90DE884}"/>
                    </a:ext>
                  </a:extLst>
                </p14:cNvPr>
                <p14:cNvContentPartPr/>
                <p14:nvPr/>
              </p14:nvContentPartPr>
              <p14:xfrm>
                <a:off x="7115903" y="4462785"/>
                <a:ext cx="9360" cy="612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04BEBA83-2FD2-388D-7799-FE7AA90DE88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109783" y="4456665"/>
                  <a:ext cx="21600" cy="18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253445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Paulo Ortiz</dc:creator>
  <cp:lastModifiedBy>Paulo Ortiz</cp:lastModifiedBy>
  <cp:revision>2</cp:revision>
  <dcterms:created xsi:type="dcterms:W3CDTF">2025-11-23T01:26:34Z</dcterms:created>
  <dcterms:modified xsi:type="dcterms:W3CDTF">2025-11-23T01:29:55Z</dcterms:modified>
</cp:coreProperties>
</file>